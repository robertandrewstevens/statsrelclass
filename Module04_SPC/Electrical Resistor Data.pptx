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-106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A716F-AC80-4EA6-9935-36507F056EF9}" type="datetimeFigureOut">
              <a:rPr lang="en-US" smtClean="0"/>
              <a:t>3/3/2010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E5616-112A-4890-99A5-33A0CC5A52A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0" y="0"/>
          <a:ext cx="9140825" cy="6854825"/>
        </p:xfrm>
        <a:graphic>
          <a:graphicData uri="http://schemas.openxmlformats.org/presentationml/2006/ole">
            <p:oleObj spid="_x0000_s2050" name="Graph" r:id="rId3" imgW="5943600" imgH="4457880" progId="STATISTICA.Grap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All Data by Group (4 x 45)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Looks too good to be true!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3175" y="0"/>
          <a:ext cx="9140825" cy="6854825"/>
        </p:xfrm>
        <a:graphic>
          <a:graphicData uri="http://schemas.openxmlformats.org/presentationml/2006/ole">
            <p:oleObj spid="_x0000_s3074" name="Graph" r:id="rId3" imgW="5943600" imgH="4457880" progId="STATISTICA.Graph">
              <p:embed/>
            </p:oleObj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43800" y="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Looks OK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Group 1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175" y="0"/>
          <a:ext cx="9140825" cy="6854825"/>
        </p:xfrm>
        <a:graphic>
          <a:graphicData uri="http://schemas.openxmlformats.org/presentationml/2006/ole">
            <p:oleObj spid="_x0000_s4098" name="Graph" r:id="rId3" imgW="5943600" imgH="4457880" progId="STATISTICA.Graph">
              <p:embed/>
            </p:oleObj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Group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43800" y="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Looks OK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0" y="0"/>
          <a:ext cx="9140825" cy="6854825"/>
        </p:xfrm>
        <a:graphic>
          <a:graphicData uri="http://schemas.openxmlformats.org/presentationml/2006/ole">
            <p:oleObj spid="_x0000_s5122" name="Graph" r:id="rId3" imgW="5943600" imgH="4457880" progId="STATISTICA.Graph">
              <p:embed/>
            </p:oleObj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Group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43800" y="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Looks OK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3175" y="3175"/>
          <a:ext cx="9140825" cy="6854825"/>
        </p:xfrm>
        <a:graphic>
          <a:graphicData uri="http://schemas.openxmlformats.org/presentationml/2006/ole">
            <p:oleObj spid="_x0000_s6146" name="Graph" r:id="rId3" imgW="5943600" imgH="4457880" progId="STATISTICA.Graph">
              <p:embed/>
            </p:oleObj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Group 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43800" y="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Looks OK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0825" cy="6854825"/>
        </p:xfrm>
        <a:graphic>
          <a:graphicData uri="http://schemas.openxmlformats.org/presentationml/2006/ole">
            <p:oleObj spid="_x0000_s1026" name="Graph" r:id="rId3" imgW="5943600" imgH="4457880" progId="STATISTICA.Graph">
              <p:embed/>
            </p:oleObj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410200" y="0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4 Groups are very different, and so should not be merged together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46</Words>
  <Application>Microsoft Office PowerPoint</Application>
  <PresentationFormat>On-screen Show (4:3)</PresentationFormat>
  <Paragraphs>11</Paragraphs>
  <Slides>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STATISTICA Graph</vt:lpstr>
      <vt:lpstr>Slide 1</vt:lpstr>
      <vt:lpstr>Slide 2</vt:lpstr>
      <vt:lpstr>Slide 3</vt:lpstr>
      <vt:lpstr>Slide 4</vt:lpstr>
      <vt:lpstr>Slide 5</vt:lpstr>
      <vt:lpstr>Slide 6</vt:lpstr>
    </vt:vector>
  </TitlesOfParts>
  <Company>Deere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 A Stevens</dc:creator>
  <cp:lastModifiedBy>Robert A Stevens</cp:lastModifiedBy>
  <cp:revision>2</cp:revision>
  <dcterms:created xsi:type="dcterms:W3CDTF">2010-03-03T14:28:43Z</dcterms:created>
  <dcterms:modified xsi:type="dcterms:W3CDTF">2010-03-03T15:01:25Z</dcterms:modified>
</cp:coreProperties>
</file>